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7"/>
    <p:restoredTop sz="94610"/>
  </p:normalViewPr>
  <p:slideViewPr>
    <p:cSldViewPr snapToGrid="0" snapToObjects="1">
      <p:cViewPr>
        <p:scale>
          <a:sx n="79" d="100"/>
          <a:sy n="79" d="100"/>
        </p:scale>
        <p:origin x="2400" y="1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491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oster" descr="/Users/phulx.bht/Shards-of-Memory/doc/Poster/Po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slow" advTm="60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redit 1" descr="CASE 20:10 — Shards of Memor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5368" y="7162800"/>
            <a:ext cx="7680960" cy="2499360"/>
          </a:xfrm>
          <a:prstGeom prst="rect">
            <a:avLst/>
          </a:prstGeom>
        </p:spPr>
      </p:pic>
      <p:sp>
        <p:nvSpPr>
          <p:cNvPr id="3" name="Credit 2"/>
          <p:cNvSpPr txBox="1"/>
          <p:nvPr/>
        </p:nvSpPr>
        <p:spPr>
          <a:xfrm>
            <a:off x="914400" y="10515600"/>
            <a:ext cx="10362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spc="500" dirty="0">
                <a:solidFill>
                  <a:srgbClr val="E8A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ĐƠN VỊ TỔ CHỨC</a:t>
            </a:r>
            <a:endParaRPr lang="en-US" sz="1300" dirty="0"/>
          </a:p>
        </p:txBody>
      </p:sp>
      <p:sp>
        <p:nvSpPr>
          <p:cNvPr id="4" name="Credit 3"/>
          <p:cNvSpPr txBox="1"/>
          <p:nvPr/>
        </p:nvSpPr>
        <p:spPr>
          <a:xfrm>
            <a:off x="914400" y="10917936"/>
            <a:ext cx="1036289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2200" dirty="0">
                <a:solidFill>
                  <a:srgbClr val="F4EBD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A2K49 - THPT chuyên Phan Bội Châu, Nghệ An</a:t>
            </a:r>
            <a:endParaRPr lang="en-US" sz="2200" dirty="0"/>
          </a:p>
        </p:txBody>
      </p:sp>
      <p:sp>
        <p:nvSpPr>
          <p:cNvPr id="5" name="Credit 4"/>
          <p:cNvSpPr txBox="1"/>
          <p:nvPr/>
        </p:nvSpPr>
        <p:spPr>
          <a:xfrm>
            <a:off x="914400" y="12035536"/>
            <a:ext cx="10362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spc="500" dirty="0">
                <a:solidFill>
                  <a:srgbClr val="E8A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 TỔ CHỨC</a:t>
            </a:r>
            <a:endParaRPr lang="en-US" sz="1300" dirty="0"/>
          </a:p>
        </p:txBody>
      </p:sp>
      <p:sp>
        <p:nvSpPr>
          <p:cNvPr id="6" name="Credit 5"/>
          <p:cNvSpPr txBox="1"/>
          <p:nvPr/>
        </p:nvSpPr>
        <p:spPr>
          <a:xfrm>
            <a:off x="914400" y="12437872"/>
            <a:ext cx="1036289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2200" dirty="0">
                <a:solidFill>
                  <a:srgbClr val="F4EBD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Tập thể các bạn nam A2K49</a:t>
            </a:r>
            <a:endParaRPr lang="en-US" sz="2200" dirty="0"/>
          </a:p>
        </p:txBody>
      </p:sp>
      <p:sp>
        <p:nvSpPr>
          <p:cNvPr id="7" name="Credit 6"/>
          <p:cNvSpPr txBox="1"/>
          <p:nvPr/>
        </p:nvSpPr>
        <p:spPr>
          <a:xfrm>
            <a:off x="914400" y="13555472"/>
            <a:ext cx="10362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spc="500" dirty="0">
                <a:solidFill>
                  <a:srgbClr val="E8A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 ĐẠO NỘI DUNG</a:t>
            </a:r>
            <a:endParaRPr lang="en-US" sz="1300" dirty="0"/>
          </a:p>
        </p:txBody>
      </p:sp>
      <p:sp>
        <p:nvSpPr>
          <p:cNvPr id="8" name="Credit 7"/>
          <p:cNvSpPr txBox="1"/>
          <p:nvPr/>
        </p:nvSpPr>
        <p:spPr>
          <a:xfrm>
            <a:off x="914400" y="13957808"/>
            <a:ext cx="1036289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2200" dirty="0">
                <a:solidFill>
                  <a:srgbClr val="F4EBD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Lương Xuân Nguyên</a:t>
            </a:r>
            <a:endParaRPr lang="en-US" sz="2200" dirty="0"/>
          </a:p>
        </p:txBody>
      </p:sp>
      <p:sp>
        <p:nvSpPr>
          <p:cNvPr id="9" name="Credit 8"/>
          <p:cNvSpPr txBox="1"/>
          <p:nvPr/>
        </p:nvSpPr>
        <p:spPr>
          <a:xfrm>
            <a:off x="914400" y="15075408"/>
            <a:ext cx="10362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spc="500" dirty="0">
                <a:solidFill>
                  <a:srgbClr val="E8A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XÂY DỰNG Ý TƯỞNG</a:t>
            </a:r>
            <a:endParaRPr lang="en-US" sz="1300" dirty="0"/>
          </a:p>
        </p:txBody>
      </p:sp>
      <p:sp>
        <p:nvSpPr>
          <p:cNvPr id="10" name="Credit 9"/>
          <p:cNvSpPr txBox="1"/>
          <p:nvPr/>
        </p:nvSpPr>
        <p:spPr>
          <a:xfrm>
            <a:off x="914400" y="15477744"/>
            <a:ext cx="10362895" cy="172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2200" dirty="0">
                <a:solidFill>
                  <a:srgbClr val="F4EBD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Lương Xuân Nguyên</a:t>
            </a:r>
            <a:endParaRPr lang="en-US" sz="2200" dirty="0"/>
          </a:p>
          <a:p>
            <a:pPr marL="0" indent="0" algn="ctr">
              <a:lnSpc>
                <a:spcPts val="3400"/>
              </a:lnSpc>
              <a:buNone/>
            </a:pPr>
            <a:r>
              <a:rPr lang="en-US" sz="2200" dirty="0">
                <a:solidFill>
                  <a:srgbClr val="F4EBD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Tống Trần Bình</a:t>
            </a:r>
            <a:endParaRPr lang="en-US" sz="2200" dirty="0"/>
          </a:p>
          <a:p>
            <a:pPr marL="0" indent="0" algn="ctr">
              <a:lnSpc>
                <a:spcPts val="3400"/>
              </a:lnSpc>
              <a:buNone/>
            </a:pPr>
            <a:r>
              <a:rPr lang="en-US" sz="2200" dirty="0">
                <a:solidFill>
                  <a:srgbClr val="F4EBD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Nguyễn Danh Nhân</a:t>
            </a:r>
            <a:endParaRPr lang="en-US" sz="2200" dirty="0"/>
          </a:p>
          <a:p>
            <a:pPr marL="0" indent="0" algn="ctr">
              <a:lnSpc>
                <a:spcPts val="3400"/>
              </a:lnSpc>
              <a:buNone/>
            </a:pPr>
            <a:r>
              <a:rPr lang="en-US" sz="2200" dirty="0">
                <a:solidFill>
                  <a:srgbClr val="F4EBD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Nguyễn Hoàng Phú Mạnh</a:t>
            </a:r>
            <a:endParaRPr lang="en-US" sz="2200" dirty="0"/>
          </a:p>
        </p:txBody>
      </p:sp>
      <p:sp>
        <p:nvSpPr>
          <p:cNvPr id="11" name="Credit 10"/>
          <p:cNvSpPr txBox="1"/>
          <p:nvPr/>
        </p:nvSpPr>
        <p:spPr>
          <a:xfrm>
            <a:off x="914400" y="17890744"/>
            <a:ext cx="10362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spc="500" dirty="0">
                <a:solidFill>
                  <a:srgbClr val="E8A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THIẾT KẾ ĐỒ HỌA</a:t>
            </a:r>
            <a:endParaRPr lang="en-US" sz="1300" dirty="0"/>
          </a:p>
        </p:txBody>
      </p:sp>
      <p:sp>
        <p:nvSpPr>
          <p:cNvPr id="12" name="Credit 11"/>
          <p:cNvSpPr txBox="1"/>
          <p:nvPr/>
        </p:nvSpPr>
        <p:spPr>
          <a:xfrm>
            <a:off x="914400" y="18293080"/>
            <a:ext cx="1036289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2200" dirty="0">
                <a:solidFill>
                  <a:srgbClr val="F4EBD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Tống Trần Bình</a:t>
            </a:r>
            <a:endParaRPr lang="en-US" sz="2200" dirty="0"/>
          </a:p>
        </p:txBody>
      </p:sp>
      <p:sp>
        <p:nvSpPr>
          <p:cNvPr id="13" name="Credit 12"/>
          <p:cNvSpPr txBox="1"/>
          <p:nvPr/>
        </p:nvSpPr>
        <p:spPr>
          <a:xfrm>
            <a:off x="914400" y="19410680"/>
            <a:ext cx="10362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spc="500" dirty="0">
                <a:solidFill>
                  <a:srgbClr val="E8A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ÂM THANH &amp; HIỆU ỨNG HÌNH ẢNH</a:t>
            </a:r>
            <a:endParaRPr lang="en-US" sz="1300" dirty="0"/>
          </a:p>
        </p:txBody>
      </p:sp>
      <p:sp>
        <p:nvSpPr>
          <p:cNvPr id="14" name="Credit 13"/>
          <p:cNvSpPr txBox="1"/>
          <p:nvPr/>
        </p:nvSpPr>
        <p:spPr>
          <a:xfrm>
            <a:off x="914400" y="19813016"/>
            <a:ext cx="10362895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2200" dirty="0">
                <a:solidFill>
                  <a:srgbClr val="F4EBD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Nguyễn Gia Khánh</a:t>
            </a:r>
            <a:endParaRPr lang="en-US" sz="2200" dirty="0"/>
          </a:p>
          <a:p>
            <a:pPr marL="0" indent="0" algn="ctr">
              <a:lnSpc>
                <a:spcPts val="3400"/>
              </a:lnSpc>
              <a:buNone/>
            </a:pPr>
            <a:r>
              <a:rPr lang="en-US" sz="2200" dirty="0">
                <a:solidFill>
                  <a:srgbClr val="F4EBD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Võ Văn Hải</a:t>
            </a:r>
            <a:endParaRPr lang="en-US" sz="2200" dirty="0"/>
          </a:p>
          <a:p>
            <a:pPr marL="0" indent="0" algn="ctr">
              <a:lnSpc>
                <a:spcPts val="3400"/>
              </a:lnSpc>
              <a:buNone/>
            </a:pPr>
            <a:r>
              <a:rPr lang="en-US" sz="2200" dirty="0">
                <a:solidFill>
                  <a:srgbClr val="F4EBD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Nguyễn Đăng Khôi</a:t>
            </a:r>
            <a:endParaRPr lang="en-US" sz="2200" dirty="0"/>
          </a:p>
        </p:txBody>
      </p:sp>
      <p:sp>
        <p:nvSpPr>
          <p:cNvPr id="15" name="Credit 14"/>
          <p:cNvSpPr txBox="1"/>
          <p:nvPr/>
        </p:nvSpPr>
        <p:spPr>
          <a:xfrm>
            <a:off x="914400" y="22297136"/>
            <a:ext cx="10362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spc="500" dirty="0">
                <a:solidFill>
                  <a:srgbClr val="E8A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NHÂN VẬT CHÍNH</a:t>
            </a:r>
            <a:endParaRPr lang="en-US" sz="1300" dirty="0"/>
          </a:p>
        </p:txBody>
      </p:sp>
      <p:sp>
        <p:nvSpPr>
          <p:cNvPr id="16" name="Credit 15"/>
          <p:cNvSpPr txBox="1"/>
          <p:nvPr/>
        </p:nvSpPr>
        <p:spPr>
          <a:xfrm>
            <a:off x="1615288" y="22836632"/>
            <a:ext cx="4206240" cy="690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3400"/>
              </a:lnSpc>
              <a:buNone/>
            </a:pPr>
            <a:r>
              <a:rPr lang="en-US" sz="2200" dirty="0">
                <a:solidFill>
                  <a:srgbClr val="F4EBD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Lê Vĩnh An</a:t>
            </a:r>
            <a:endParaRPr lang="en-US" sz="2200" dirty="0"/>
          </a:p>
          <a:p>
            <a:pPr marL="0" indent="0" algn="r">
              <a:lnSpc>
                <a:spcPts val="3400"/>
              </a:lnSpc>
              <a:buNone/>
            </a:pPr>
            <a:r>
              <a:rPr lang="en-US" sz="2200" dirty="0">
                <a:solidFill>
                  <a:srgbClr val="F4EBD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Nguyễn Thị Tâm</a:t>
            </a:r>
            <a:endParaRPr lang="en-US" sz="2200" dirty="0"/>
          </a:p>
          <a:p>
            <a:pPr marL="0" indent="0" algn="r">
              <a:lnSpc>
                <a:spcPts val="3400"/>
              </a:lnSpc>
              <a:buNone/>
            </a:pPr>
            <a:r>
              <a:rPr lang="en-US" sz="2200" dirty="0">
                <a:solidFill>
                  <a:srgbClr val="F4EBD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Hoàng Ngọc Nhi</a:t>
            </a:r>
            <a:endParaRPr lang="en-US" sz="2200" dirty="0"/>
          </a:p>
          <a:p>
            <a:pPr marL="0" indent="0" algn="r">
              <a:lnSpc>
                <a:spcPts val="3400"/>
              </a:lnSpc>
              <a:buNone/>
            </a:pPr>
            <a:r>
              <a:rPr lang="en-US" sz="2200" dirty="0">
                <a:solidFill>
                  <a:srgbClr val="F4EBD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Nguyễn Khánh Linh</a:t>
            </a:r>
            <a:endParaRPr lang="en-US" sz="2200" dirty="0"/>
          </a:p>
          <a:p>
            <a:pPr marL="0" indent="0" algn="r">
              <a:lnSpc>
                <a:spcPts val="3400"/>
              </a:lnSpc>
              <a:buNone/>
            </a:pPr>
            <a:r>
              <a:rPr lang="en-US" sz="2200" dirty="0">
                <a:solidFill>
                  <a:srgbClr val="F4EBD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Nguyễn Minh Châu</a:t>
            </a:r>
            <a:endParaRPr lang="en-US" sz="2200" dirty="0"/>
          </a:p>
          <a:p>
            <a:pPr marL="0" indent="0" algn="r">
              <a:lnSpc>
                <a:spcPts val="3400"/>
              </a:lnSpc>
              <a:buNone/>
            </a:pPr>
            <a:r>
              <a:rPr lang="en-US" sz="2200" dirty="0">
                <a:solidFill>
                  <a:srgbClr val="F4EBD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Nguyễn Sỹ Mạnh</a:t>
            </a:r>
            <a:endParaRPr lang="en-US" sz="2200" dirty="0"/>
          </a:p>
          <a:p>
            <a:pPr marL="0" indent="0" algn="r">
              <a:lnSpc>
                <a:spcPts val="3400"/>
              </a:lnSpc>
              <a:buNone/>
            </a:pPr>
            <a:r>
              <a:rPr lang="en-US" sz="2200" dirty="0">
                <a:solidFill>
                  <a:srgbClr val="F4EBD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Phạm Nguyễn Minh Quân</a:t>
            </a:r>
            <a:endParaRPr lang="en-US" sz="2200" dirty="0"/>
          </a:p>
          <a:p>
            <a:pPr marL="0" indent="0" algn="r">
              <a:lnSpc>
                <a:spcPts val="3400"/>
              </a:lnSpc>
              <a:buNone/>
            </a:pPr>
            <a:r>
              <a:rPr lang="en-US" sz="2200" dirty="0">
                <a:solidFill>
                  <a:srgbClr val="F4EBD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Nguyễn Phan Quang Sơn</a:t>
            </a:r>
            <a:endParaRPr lang="en-US" sz="2200" dirty="0"/>
          </a:p>
          <a:p>
            <a:pPr marL="0" indent="0" algn="r">
              <a:lnSpc>
                <a:spcPts val="3400"/>
              </a:lnSpc>
              <a:buNone/>
            </a:pPr>
            <a:r>
              <a:rPr lang="en-US" sz="2200" dirty="0">
                <a:solidFill>
                  <a:srgbClr val="F4EBD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Ngô Xuân Đức</a:t>
            </a:r>
            <a:endParaRPr lang="en-US" sz="2200" dirty="0"/>
          </a:p>
          <a:p>
            <a:pPr marL="0" indent="0" algn="r">
              <a:lnSpc>
                <a:spcPts val="3400"/>
              </a:lnSpc>
              <a:buNone/>
            </a:pPr>
            <a:r>
              <a:rPr lang="en-US" sz="2200" dirty="0">
                <a:solidFill>
                  <a:srgbClr val="F4EBD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Trần Thành Đạt</a:t>
            </a:r>
            <a:endParaRPr lang="en-US" sz="2200" dirty="0"/>
          </a:p>
          <a:p>
            <a:pPr marL="0" indent="0" algn="r">
              <a:lnSpc>
                <a:spcPts val="3400"/>
              </a:lnSpc>
              <a:buNone/>
            </a:pPr>
            <a:r>
              <a:rPr lang="en-US" sz="2200" dirty="0">
                <a:solidFill>
                  <a:srgbClr val="F4EBD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Nguyễn Lê Hưng</a:t>
            </a:r>
            <a:endParaRPr lang="en-US" sz="2200" dirty="0"/>
          </a:p>
          <a:p>
            <a:pPr marL="0" indent="0" algn="r">
              <a:lnSpc>
                <a:spcPts val="3400"/>
              </a:lnSpc>
              <a:buNone/>
            </a:pPr>
            <a:r>
              <a:rPr lang="en-US" sz="2200" dirty="0">
                <a:solidFill>
                  <a:srgbClr val="F4EBD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Phạm Hùng Dũng</a:t>
            </a:r>
            <a:endParaRPr lang="en-US" sz="2200" dirty="0"/>
          </a:p>
          <a:p>
            <a:pPr marL="0" indent="0" algn="r">
              <a:lnSpc>
                <a:spcPts val="3400"/>
              </a:lnSpc>
              <a:buNone/>
            </a:pPr>
            <a:r>
              <a:rPr lang="en-US" sz="2200" dirty="0">
                <a:solidFill>
                  <a:srgbClr val="F4EBD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Nguyễn Gia Khánh</a:t>
            </a:r>
            <a:endParaRPr lang="en-US" sz="2200" dirty="0"/>
          </a:p>
          <a:p>
            <a:pPr marL="0" indent="0" algn="r">
              <a:lnSpc>
                <a:spcPts val="3400"/>
              </a:lnSpc>
              <a:buNone/>
            </a:pPr>
            <a:r>
              <a:rPr lang="en-US" sz="2200" dirty="0">
                <a:solidFill>
                  <a:srgbClr val="F4EBD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Trương Nguyên Minh</a:t>
            </a:r>
            <a:endParaRPr lang="en-US" sz="2200" dirty="0"/>
          </a:p>
          <a:p>
            <a:pPr marL="0" indent="0" algn="r">
              <a:lnSpc>
                <a:spcPts val="3400"/>
              </a:lnSpc>
              <a:buNone/>
            </a:pPr>
            <a:r>
              <a:rPr lang="en-US" sz="2200" dirty="0">
                <a:solidFill>
                  <a:srgbClr val="F4EBD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Phạm Anh Khôi</a:t>
            </a:r>
            <a:endParaRPr lang="en-US" sz="2200" dirty="0"/>
          </a:p>
          <a:p>
            <a:pPr marL="0" indent="0" algn="r">
              <a:lnSpc>
                <a:spcPts val="3400"/>
              </a:lnSpc>
              <a:buNone/>
            </a:pPr>
            <a:r>
              <a:rPr lang="en-US" sz="2200" dirty="0">
                <a:solidFill>
                  <a:srgbClr val="F4EBD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Võ Văn Hải</a:t>
            </a:r>
            <a:endParaRPr lang="en-US" sz="2200" dirty="0"/>
          </a:p>
        </p:txBody>
      </p:sp>
      <p:sp>
        <p:nvSpPr>
          <p:cNvPr id="17" name="Credit 16"/>
          <p:cNvSpPr txBox="1"/>
          <p:nvPr/>
        </p:nvSpPr>
        <p:spPr>
          <a:xfrm>
            <a:off x="6370168" y="22836632"/>
            <a:ext cx="4206240" cy="690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200" dirty="0">
                <a:solidFill>
                  <a:srgbClr val="F4EBD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Nguyễn Nữ Nguyệt Hằng</a:t>
            </a:r>
            <a:endParaRPr lang="en-US" sz="2200" dirty="0"/>
          </a:p>
          <a:p>
            <a:pPr marL="0" indent="0" algn="l">
              <a:lnSpc>
                <a:spcPts val="3400"/>
              </a:lnSpc>
              <a:buNone/>
            </a:pPr>
            <a:r>
              <a:rPr lang="en-US" sz="2200" dirty="0">
                <a:solidFill>
                  <a:srgbClr val="F4EBD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Bùi Thị Hải Đăng</a:t>
            </a:r>
            <a:endParaRPr lang="en-US" sz="2200" dirty="0"/>
          </a:p>
          <a:p>
            <a:pPr marL="0" indent="0" algn="l">
              <a:lnSpc>
                <a:spcPts val="3400"/>
              </a:lnSpc>
              <a:buNone/>
            </a:pPr>
            <a:r>
              <a:rPr lang="en-US" sz="2200" dirty="0">
                <a:solidFill>
                  <a:srgbClr val="F4EBD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Ngô Phương Bình</a:t>
            </a:r>
            <a:endParaRPr lang="en-US" sz="2200" dirty="0"/>
          </a:p>
          <a:p>
            <a:pPr marL="0" indent="0" algn="l">
              <a:lnSpc>
                <a:spcPts val="3400"/>
              </a:lnSpc>
              <a:buNone/>
            </a:pPr>
            <a:r>
              <a:rPr lang="en-US" sz="2200" dirty="0">
                <a:solidFill>
                  <a:srgbClr val="F4EBD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Võ Minh Oanh</a:t>
            </a:r>
            <a:endParaRPr lang="en-US" sz="2200" dirty="0"/>
          </a:p>
          <a:p>
            <a:pPr marL="0" indent="0" algn="l">
              <a:lnSpc>
                <a:spcPts val="3400"/>
              </a:lnSpc>
              <a:buNone/>
            </a:pPr>
            <a:r>
              <a:rPr lang="en-US" sz="2200" dirty="0">
                <a:solidFill>
                  <a:srgbClr val="F4EBD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Nguyễn Danh Nhân</a:t>
            </a:r>
            <a:endParaRPr lang="en-US" sz="2200" dirty="0"/>
          </a:p>
          <a:p>
            <a:pPr marL="0" indent="0" algn="l">
              <a:lnSpc>
                <a:spcPts val="3400"/>
              </a:lnSpc>
              <a:buNone/>
            </a:pPr>
            <a:r>
              <a:rPr lang="en-US" sz="2200" dirty="0">
                <a:solidFill>
                  <a:srgbClr val="F4EBD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Tống Trần Bình</a:t>
            </a:r>
            <a:endParaRPr lang="en-US" sz="2200" dirty="0"/>
          </a:p>
          <a:p>
            <a:pPr marL="0" indent="0" algn="l">
              <a:lnSpc>
                <a:spcPts val="3400"/>
              </a:lnSpc>
              <a:buNone/>
            </a:pPr>
            <a:r>
              <a:rPr lang="en-US" sz="2200" dirty="0">
                <a:solidFill>
                  <a:srgbClr val="F4EBD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Lương Xuân Nguyên</a:t>
            </a:r>
            <a:endParaRPr lang="en-US" sz="2200" dirty="0"/>
          </a:p>
          <a:p>
            <a:pPr marL="0" indent="0" algn="l">
              <a:lnSpc>
                <a:spcPts val="3400"/>
              </a:lnSpc>
              <a:buNone/>
            </a:pPr>
            <a:r>
              <a:rPr lang="en-US" sz="2200" dirty="0">
                <a:solidFill>
                  <a:srgbClr val="F4EBD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Nguyễn Tài</a:t>
            </a:r>
            <a:endParaRPr lang="en-US" sz="2200" dirty="0"/>
          </a:p>
          <a:p>
            <a:pPr marL="0" indent="0" algn="l">
              <a:lnSpc>
                <a:spcPts val="3400"/>
              </a:lnSpc>
              <a:buNone/>
            </a:pPr>
            <a:r>
              <a:rPr lang="en-US" sz="2200" dirty="0">
                <a:solidFill>
                  <a:srgbClr val="F4EBD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Dương Vĩnh Hưng</a:t>
            </a:r>
            <a:endParaRPr lang="en-US" sz="2200" dirty="0"/>
          </a:p>
          <a:p>
            <a:pPr marL="0" indent="0" algn="l">
              <a:lnSpc>
                <a:spcPts val="3400"/>
              </a:lnSpc>
              <a:buNone/>
            </a:pPr>
            <a:r>
              <a:rPr lang="en-US" sz="2200" dirty="0">
                <a:solidFill>
                  <a:srgbClr val="F4EBD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Nguyễn Hoàng Minh</a:t>
            </a:r>
            <a:endParaRPr lang="en-US" sz="2200" dirty="0"/>
          </a:p>
          <a:p>
            <a:pPr marL="0" indent="0" algn="l">
              <a:lnSpc>
                <a:spcPts val="3400"/>
              </a:lnSpc>
              <a:buNone/>
            </a:pPr>
            <a:r>
              <a:rPr lang="en-US" sz="2200" dirty="0">
                <a:solidFill>
                  <a:srgbClr val="F4EBD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Cao Khắc Bảo Sơn</a:t>
            </a:r>
            <a:endParaRPr lang="en-US" sz="2200" dirty="0"/>
          </a:p>
          <a:p>
            <a:pPr marL="0" indent="0" algn="l">
              <a:lnSpc>
                <a:spcPts val="3400"/>
              </a:lnSpc>
              <a:buNone/>
            </a:pPr>
            <a:r>
              <a:rPr lang="en-US" sz="2200" dirty="0">
                <a:solidFill>
                  <a:srgbClr val="F4EBD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Nguyễn Văn Huy Quang</a:t>
            </a:r>
            <a:endParaRPr lang="en-US" sz="2200" dirty="0"/>
          </a:p>
          <a:p>
            <a:pPr marL="0" indent="0" algn="l">
              <a:lnSpc>
                <a:spcPts val="3400"/>
              </a:lnSpc>
              <a:buNone/>
            </a:pPr>
            <a:r>
              <a:rPr lang="en-US" sz="2200" dirty="0">
                <a:solidFill>
                  <a:srgbClr val="F4EBD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Nguyễn Hoàng Phú Mạnh</a:t>
            </a:r>
            <a:endParaRPr lang="en-US" sz="2200" dirty="0"/>
          </a:p>
          <a:p>
            <a:pPr marL="0" indent="0" algn="l">
              <a:lnSpc>
                <a:spcPts val="3400"/>
              </a:lnSpc>
              <a:buNone/>
            </a:pPr>
            <a:r>
              <a:rPr lang="en-US" sz="2200" dirty="0">
                <a:solidFill>
                  <a:srgbClr val="F4EBD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Nguyễn Hữu Bảo Khánh</a:t>
            </a:r>
            <a:endParaRPr lang="en-US" sz="2200" dirty="0"/>
          </a:p>
          <a:p>
            <a:pPr marL="0" indent="0" algn="l">
              <a:lnSpc>
                <a:spcPts val="3400"/>
              </a:lnSpc>
              <a:buNone/>
            </a:pPr>
            <a:r>
              <a:rPr lang="en-US" sz="2200" dirty="0">
                <a:solidFill>
                  <a:srgbClr val="F4EBD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Phan Văn Giáp</a:t>
            </a:r>
            <a:endParaRPr lang="en-US" sz="2200" dirty="0"/>
          </a:p>
          <a:p>
            <a:pPr marL="0" indent="0" algn="l">
              <a:lnSpc>
                <a:spcPts val="3400"/>
              </a:lnSpc>
              <a:buNone/>
            </a:pPr>
            <a:r>
              <a:rPr lang="en-US" sz="2200" dirty="0">
                <a:solidFill>
                  <a:srgbClr val="F4EBD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Nguyễn Đăng Khôi</a:t>
            </a:r>
            <a:endParaRPr lang="en-US" sz="2200" dirty="0"/>
          </a:p>
        </p:txBody>
      </p:sp>
      <p:sp>
        <p:nvSpPr>
          <p:cNvPr id="18" name="Credit 17"/>
          <p:cNvSpPr txBox="1"/>
          <p:nvPr/>
        </p:nvSpPr>
        <p:spPr>
          <a:xfrm>
            <a:off x="914400" y="33723072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vi-VN" sz="2800" b="1" kern="0" spc="200" dirty="0">
                <a:solidFill>
                  <a:srgbClr val="F4EBD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SẢN PHẨM ĐẾN TỪ A2K49 WITH LOVE &lt;3</a:t>
            </a:r>
            <a:endParaRPr lang="vi-VN" sz="2800" dirty="0"/>
          </a:p>
        </p:txBody>
      </p:sp>
      <p:sp>
        <p:nvSpPr>
          <p:cNvPr id="19" name="The end"/>
          <p:cNvSpPr txBox="1"/>
          <p:nvPr/>
        </p:nvSpPr>
        <p:spPr>
          <a:xfrm>
            <a:off x="914400" y="34500312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vi-VN" sz="4800" i="1" kern="0" spc="300" dirty="0">
                <a:solidFill>
                  <a:srgbClr val="E8A3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end</a:t>
            </a:r>
            <a:endParaRPr lang="vi-VN" sz="4800" dirty="0"/>
          </a:p>
        </p:txBody>
      </p:sp>
      <p:sp>
        <p:nvSpPr>
          <p:cNvPr id="20" name="To be continued"/>
          <p:cNvSpPr txBox="1"/>
          <p:nvPr/>
        </p:nvSpPr>
        <p:spPr>
          <a:xfrm>
            <a:off x="914400" y="3436617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vi-VN" sz="4800" i="1" kern="0" spc="300" dirty="0">
                <a:solidFill>
                  <a:srgbClr val="E8A3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be continued...</a:t>
            </a:r>
            <a:endParaRPr lang="vi-VN" sz="48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4.529556 E" pathEditMode="relative" rAng="0" ptsTypes="AA">
                                      <p:cBhvr>
                                        <p:cTn id="6" dur="32354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2647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4.529556 E" pathEditMode="relative" rAng="0" ptsTypes="AA">
                                      <p:cBhvr>
                                        <p:cTn id="8" dur="32354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26478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4.529556 E" pathEditMode="relative" rAng="0" ptsTypes="AA">
                                      <p:cBhvr>
                                        <p:cTn id="10" dur="32354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26478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4.529556 E" pathEditMode="relative" rAng="0" ptsTypes="AA">
                                      <p:cBhvr>
                                        <p:cTn id="12" dur="32354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26478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4.529556 E" pathEditMode="relative" rAng="0" ptsTypes="AA">
                                      <p:cBhvr>
                                        <p:cTn id="14" dur="32354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26478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4.529556 E" pathEditMode="relative" rAng="0" ptsTypes="AA">
                                      <p:cBhvr>
                                        <p:cTn id="16" dur="32354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26478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4.529556 E" pathEditMode="relative" rAng="0" ptsTypes="AA">
                                      <p:cBhvr>
                                        <p:cTn id="18" dur="32354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26478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4.529556 E" pathEditMode="relative" rAng="0" ptsTypes="AA">
                                      <p:cBhvr>
                                        <p:cTn id="20" dur="32354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26478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4.529556 E" pathEditMode="relative" rAng="0" ptsTypes="AA">
                                      <p:cBhvr>
                                        <p:cTn id="22" dur="32354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26478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4.529556 E" pathEditMode="relative" rAng="0" ptsTypes="AA">
                                      <p:cBhvr>
                                        <p:cTn id="24" dur="32354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26478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4.529556 E" pathEditMode="relative" rAng="0" ptsTypes="AA">
                                      <p:cBhvr>
                                        <p:cTn id="26" dur="32354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26478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4.529556 E" pathEditMode="relative" rAng="0" ptsTypes="AA">
                                      <p:cBhvr>
                                        <p:cTn id="28" dur="32354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26478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4.529556 E" pathEditMode="relative" rAng="0" ptsTypes="AA">
                                      <p:cBhvr>
                                        <p:cTn id="30" dur="32354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26478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4.529556 E" pathEditMode="relative" rAng="0" ptsTypes="AA">
                                      <p:cBhvr>
                                        <p:cTn id="32" dur="32354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26478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4.529556 E" pathEditMode="relative" rAng="0" ptsTypes="AA">
                                      <p:cBhvr>
                                        <p:cTn id="34" dur="32354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26478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4.529556 E" pathEditMode="relative" rAng="0" ptsTypes="AA">
                                      <p:cBhvr>
                                        <p:cTn id="36" dur="32354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26478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4.529556 E" pathEditMode="relative" rAng="0" ptsTypes="AA">
                                      <p:cBhvr>
                                        <p:cTn id="38" dur="32354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26478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4.529556 E" pathEditMode="relative" rAng="0" ptsTypes="AA">
                                      <p:cBhvr>
                                        <p:cTn id="40" dur="32354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264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6354"/>
                            </p:stCondLst>
                            <p:childTnLst>
                              <p:par>
                                <p:cTn id="42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7854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193</Words>
  <Application>Microsoft Macintosh PowerPoint</Application>
  <PresentationFormat>Widescreen</PresentationFormat>
  <Paragraphs>55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Times New Roman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20:10 — Shards of Memory — End Credits</dc:title>
  <dc:subject>PptxGenJS Presentation</dc:subject>
  <dc:creator>A2K49</dc:creator>
  <cp:lastModifiedBy>Luong Xuan Nguyen 20230088</cp:lastModifiedBy>
  <cp:revision>3</cp:revision>
  <dcterms:created xsi:type="dcterms:W3CDTF">2026-10-17T13:55:13Z</dcterms:created>
  <dcterms:modified xsi:type="dcterms:W3CDTF">2026-10-23T21:47:51Z</dcterms:modified>
</cp:coreProperties>
</file>