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9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ster" descr="/Users/phulx.bht/Shards-of-Memory/doc/Poster/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Tm="6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it 1" descr="CASE 20:10 — Shards of Mem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8" y="7132320"/>
            <a:ext cx="7680960" cy="2560320"/>
          </a:xfrm>
          <a:prstGeom prst="rect">
            <a:avLst/>
          </a:prstGeom>
        </p:spPr>
      </p:pic>
      <p:sp>
        <p:nvSpPr>
          <p:cNvPr id="3" name="Credit 2"/>
          <p:cNvSpPr txBox="1"/>
          <p:nvPr/>
        </p:nvSpPr>
        <p:spPr>
          <a:xfrm>
            <a:off x="914400" y="105156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TỔ CHỨC</a:t>
            </a:r>
            <a:endParaRPr lang="en-US" sz="1300" dirty="0"/>
          </a:p>
        </p:txBody>
      </p:sp>
      <p:sp>
        <p:nvSpPr>
          <p:cNvPr id="4" name="Credit 3"/>
          <p:cNvSpPr txBox="1"/>
          <p:nvPr/>
        </p:nvSpPr>
        <p:spPr>
          <a:xfrm>
            <a:off x="914400" y="10917936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A2K49 - THPT chuyên Phan Bội Châu, Nghệ An</a:t>
            </a:r>
            <a:endParaRPr lang="en-US" sz="2200" dirty="0"/>
          </a:p>
        </p:txBody>
      </p:sp>
      <p:sp>
        <p:nvSpPr>
          <p:cNvPr id="5" name="Credit 4"/>
          <p:cNvSpPr txBox="1"/>
          <p:nvPr/>
        </p:nvSpPr>
        <p:spPr>
          <a:xfrm>
            <a:off x="914400" y="12035536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1300" dirty="0"/>
          </a:p>
        </p:txBody>
      </p:sp>
      <p:sp>
        <p:nvSpPr>
          <p:cNvPr id="6" name="Credit 5"/>
          <p:cNvSpPr txBox="1"/>
          <p:nvPr/>
        </p:nvSpPr>
        <p:spPr>
          <a:xfrm>
            <a:off x="914400" y="12437872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Tập thể các bạn nam A2K49</a:t>
            </a:r>
            <a:endParaRPr lang="en-US" sz="2200" dirty="0"/>
          </a:p>
        </p:txBody>
      </p:sp>
      <p:sp>
        <p:nvSpPr>
          <p:cNvPr id="7" name="Credit 6"/>
          <p:cNvSpPr txBox="1"/>
          <p:nvPr/>
        </p:nvSpPr>
        <p:spPr>
          <a:xfrm>
            <a:off x="914400" y="13555472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ĐẠO NỘI DUNG</a:t>
            </a:r>
            <a:endParaRPr lang="en-US" sz="1300" dirty="0"/>
          </a:p>
        </p:txBody>
      </p:sp>
      <p:sp>
        <p:nvSpPr>
          <p:cNvPr id="8" name="Credit 7"/>
          <p:cNvSpPr txBox="1"/>
          <p:nvPr/>
        </p:nvSpPr>
        <p:spPr>
          <a:xfrm>
            <a:off x="914400" y="13957808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</p:txBody>
      </p:sp>
      <p:sp>
        <p:nvSpPr>
          <p:cNvPr id="9" name="Credit 8"/>
          <p:cNvSpPr txBox="1"/>
          <p:nvPr/>
        </p:nvSpPr>
        <p:spPr>
          <a:xfrm>
            <a:off x="914400" y="1507540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Ý TƯỞNG</a:t>
            </a:r>
            <a:endParaRPr lang="en-US" sz="1300" dirty="0"/>
          </a:p>
        </p:txBody>
      </p:sp>
      <p:sp>
        <p:nvSpPr>
          <p:cNvPr id="10" name="Credit 9"/>
          <p:cNvSpPr txBox="1"/>
          <p:nvPr/>
        </p:nvSpPr>
        <p:spPr>
          <a:xfrm>
            <a:off x="914400" y="15477744"/>
            <a:ext cx="10362895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Danh Nhân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Phú Mạnh</a:t>
            </a:r>
            <a:endParaRPr lang="en-US" sz="2200" dirty="0"/>
          </a:p>
        </p:txBody>
      </p:sp>
      <p:sp>
        <p:nvSpPr>
          <p:cNvPr id="11" name="Credit 10"/>
          <p:cNvSpPr txBox="1"/>
          <p:nvPr/>
        </p:nvSpPr>
        <p:spPr>
          <a:xfrm>
            <a:off x="914400" y="1789074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ĐỒ HỌA</a:t>
            </a:r>
            <a:endParaRPr lang="en-US" sz="1300" dirty="0"/>
          </a:p>
        </p:txBody>
      </p:sp>
      <p:sp>
        <p:nvSpPr>
          <p:cNvPr id="12" name="Credit 11"/>
          <p:cNvSpPr txBox="1"/>
          <p:nvPr/>
        </p:nvSpPr>
        <p:spPr>
          <a:xfrm>
            <a:off x="914400" y="18293080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</p:txBody>
      </p:sp>
      <p:sp>
        <p:nvSpPr>
          <p:cNvPr id="13" name="Credit 12"/>
          <p:cNvSpPr txBox="1"/>
          <p:nvPr/>
        </p:nvSpPr>
        <p:spPr>
          <a:xfrm>
            <a:off x="914400" y="1941068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 THANH &amp; HIỆU ỨNG HÌNH ẢNH</a:t>
            </a:r>
            <a:endParaRPr lang="en-US" sz="1300" dirty="0"/>
          </a:p>
        </p:txBody>
      </p:sp>
      <p:sp>
        <p:nvSpPr>
          <p:cNvPr id="14" name="Credit 13"/>
          <p:cNvSpPr txBox="1"/>
          <p:nvPr/>
        </p:nvSpPr>
        <p:spPr>
          <a:xfrm>
            <a:off x="914400" y="19813016"/>
            <a:ext cx="1036289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Gia Khánh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Văn Hải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Đăng Khôi</a:t>
            </a:r>
            <a:endParaRPr lang="en-US" sz="2200" dirty="0"/>
          </a:p>
        </p:txBody>
      </p:sp>
      <p:sp>
        <p:nvSpPr>
          <p:cNvPr id="15" name="Credit 14"/>
          <p:cNvSpPr txBox="1"/>
          <p:nvPr/>
        </p:nvSpPr>
        <p:spPr>
          <a:xfrm>
            <a:off x="914400" y="22297136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VẬT CHÍNH</a:t>
            </a:r>
            <a:endParaRPr lang="en-US" sz="1300" dirty="0"/>
          </a:p>
        </p:txBody>
      </p:sp>
      <p:sp>
        <p:nvSpPr>
          <p:cNvPr id="16" name="Credit 15"/>
          <p:cNvSpPr txBox="1"/>
          <p:nvPr/>
        </p:nvSpPr>
        <p:spPr>
          <a:xfrm>
            <a:off x="1615288" y="22836632"/>
            <a:ext cx="4206240" cy="690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Lê Vĩnh An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Thị Tâm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Hoàng Ngọc Nhi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Khánh Linh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Minh Châu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Sỹ Mạnh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Minh Quân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Phan Quang Sơn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Ngô Xuân Đức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Trần Thành Đạt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Lê Hưng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Hùng Dũng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Gia Khánh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Trương Nguyên Minh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Anh Khôi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Văn Hải</a:t>
            </a:r>
            <a:endParaRPr lang="en-US" sz="2200" dirty="0"/>
          </a:p>
        </p:txBody>
      </p:sp>
      <p:sp>
        <p:nvSpPr>
          <p:cNvPr id="17" name="Credit 16"/>
          <p:cNvSpPr txBox="1"/>
          <p:nvPr/>
        </p:nvSpPr>
        <p:spPr>
          <a:xfrm>
            <a:off x="6370168" y="22836632"/>
            <a:ext cx="4206240" cy="690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Nữ Nguyệt Hằng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Bùi Thị Hải Đăng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Ngô Phương Bình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Minh Oanh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Danh Nhân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Tài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Dương Vĩnh Hưng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Minh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Cao Khắc Bảo Sơn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Văn Huy Quang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Phú Mạnh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Hữu Bảo Khánh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Phan Văn Giáp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Đăng Khôi</a:t>
            </a:r>
            <a:endParaRPr lang="en-US" sz="2200" dirty="0"/>
          </a:p>
        </p:txBody>
      </p:sp>
      <p:sp>
        <p:nvSpPr>
          <p:cNvPr id="18" name="Credit 17"/>
          <p:cNvSpPr txBox="1"/>
          <p:nvPr/>
        </p:nvSpPr>
        <p:spPr>
          <a:xfrm>
            <a:off x="914400" y="33723072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HẸN GẶP MỌI NGƯỜI TẠI ỒN ROOM HÀ NỘI</a:t>
            </a:r>
            <a:endParaRPr lang="en-US" sz="2800" dirty="0"/>
          </a:p>
        </p:txBody>
      </p:sp>
      <p:sp>
        <p:nvSpPr>
          <p:cNvPr id="19" name="Credit 18"/>
          <p:cNvSpPr txBox="1"/>
          <p:nvPr/>
        </p:nvSpPr>
        <p:spPr>
          <a:xfrm>
            <a:off x="914400" y="34500312"/>
            <a:ext cx="1036289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8102E"/>
                </a:solidFill>
                <a:latin typeface="+mj-lt"/>
                <a:ea typeface="Arial" pitchFamily="34" charset="-122"/>
                <a:cs typeface="Arial" pitchFamily="34" charset="-120"/>
              </a:rPr>
              <a:t>Địa chỉ: </a:t>
            </a:r>
            <a:r>
              <a:rPr lang="en-US" sz="2000" dirty="0">
                <a:solidFill>
                  <a:srgbClr val="F2F2F2"/>
                </a:solidFill>
                <a:latin typeface="+mj-lt"/>
                <a:ea typeface="Arial" pitchFamily="34" charset="-122"/>
                <a:cs typeface="Arial" pitchFamily="34" charset="-120"/>
              </a:rPr>
              <a:t>Số 17 Ngõ 126 Khuất Duy Tiến, Thanh Xuân, Hà Nội</a:t>
            </a:r>
            <a:endParaRPr lang="en-US" sz="2000" dirty="0">
              <a:latin typeface="+mj-lt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8102E"/>
                </a:solidFill>
                <a:latin typeface="+mj-lt"/>
                <a:ea typeface="Arial" pitchFamily="34" charset="-122"/>
                <a:cs typeface="Arial" pitchFamily="34" charset="-120"/>
              </a:rPr>
              <a:t>Thời gian: </a:t>
            </a:r>
            <a:r>
              <a:rPr lang="en-US" sz="2000" dirty="0">
                <a:solidFill>
                  <a:srgbClr val="F2F2F2"/>
                </a:solidFill>
                <a:latin typeface="+mj-lt"/>
                <a:ea typeface="Arial" pitchFamily="34" charset="-122"/>
                <a:cs typeface="Arial" pitchFamily="34" charset="-120"/>
              </a:rPr>
              <a:t>19h30 Thứ 7, ngày 24 tháng 10 năm 2026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  <p:transition spd="slow" advTm="5253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6" dur="4853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8" dur="4853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0" dur="4853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2" dur="4853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4" dur="4853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6" dur="4853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8" dur="4853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0" dur="4853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2" dur="4853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4" dur="4853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6" dur="4853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8" dur="4853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0" dur="4853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2" dur="4853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4" dur="4853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6" dur="4853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8" dur="4853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40" dur="4853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ster faint" descr="/Users/phulx.bht/Shards-of-Memory/doc/Poster/Poste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hank you"/>
          <p:cNvSpPr txBox="1"/>
          <p:nvPr/>
        </p:nvSpPr>
        <p:spPr>
          <a:xfrm>
            <a:off x="731520" y="26517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FOR EVERYTHING</a:t>
            </a:r>
            <a:endParaRPr lang="en-US" sz="4800" dirty="0"/>
          </a:p>
        </p:txBody>
      </p:sp>
      <p:sp>
        <p:nvSpPr>
          <p:cNvPr id="4" name="Copyright"/>
          <p:cNvSpPr txBox="1"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— CASE 20:10: SHARDS OF MEMORY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229</Words>
  <Application>Microsoft Macintosh PowerPoint</Application>
  <PresentationFormat>Widescreen</PresentationFormat>
  <Paragraphs>58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20:10 — Shards of Memory — End Credits</dc:title>
  <dc:subject>PptxGenJS Presentation</dc:subject>
  <dc:creator>A2K49</dc:creator>
  <cp:lastModifiedBy>Luong Xuan Nguyen 20230088</cp:lastModifiedBy>
  <cp:revision>2</cp:revision>
  <dcterms:created xsi:type="dcterms:W3CDTF">2026-10-17T13:55:13Z</dcterms:created>
  <dcterms:modified xsi:type="dcterms:W3CDTF">2026-10-17T15:38:30Z</dcterms:modified>
</cp:coreProperties>
</file>